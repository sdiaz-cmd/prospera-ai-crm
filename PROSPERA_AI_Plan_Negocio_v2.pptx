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USD/mes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HubSpot</c:v>
                  </c:pt>
                  <c:pt idx="1">
                    <c:v>Vambe</c:v>
                  </c:pt>
                  <c:pt idx="2">
                    <c:v>Leadsales</c:v>
                  </c:pt>
                  <c:pt idx="3">
                    <c:v>Whaticket</c:v>
                  </c:pt>
                  <c:pt idx="4">
                    <c:v>Aurora Inbox</c:v>
                  </c:pt>
                  <c:pt idx="5">
                    <c:v>PROSPERA.AI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</c:v>
                </c:pt>
                <c:pt idx="1">
                  <c:v>200</c:v>
                </c:pt>
                <c:pt idx="2">
                  <c:v>133</c:v>
                </c:pt>
                <c:pt idx="3">
                  <c:v>107</c:v>
                </c:pt>
                <c:pt idx="4">
                  <c:v>90</c:v>
                </c:pt>
                <c:pt idx="5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brutos USD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398</c:v>
                </c:pt>
                <c:pt idx="1">
                  <c:v>477</c:v>
                </c:pt>
                <c:pt idx="2">
                  <c:v>556</c:v>
                </c:pt>
                <c:pt idx="3">
                  <c:v>635</c:v>
                </c:pt>
                <c:pt idx="4">
                  <c:v>714</c:v>
                </c:pt>
                <c:pt idx="5">
                  <c:v>793</c:v>
                </c:pt>
                <c:pt idx="6">
                  <c:v>951</c:v>
                </c:pt>
                <c:pt idx="7">
                  <c:v>1109</c:v>
                </c:pt>
                <c:pt idx="8">
                  <c:v>1267</c:v>
                </c:pt>
                <c:pt idx="9">
                  <c:v>1425</c:v>
                </c:pt>
                <c:pt idx="10">
                  <c:v>1662</c:v>
                </c:pt>
                <c:pt idx="11">
                  <c:v>1899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Costos USD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</c:v>
                </c:pt>
                <c:pt idx="1">
                  <c:v>65</c:v>
                </c:pt>
                <c:pt idx="2">
                  <c:v>75</c:v>
                </c:pt>
                <c:pt idx="3">
                  <c:v>85</c:v>
                </c:pt>
                <c:pt idx="4">
                  <c:v>95</c:v>
                </c:pt>
                <c:pt idx="5">
                  <c:v>105</c:v>
                </c:pt>
                <c:pt idx="6">
                  <c:v>125</c:v>
                </c:pt>
                <c:pt idx="7">
                  <c:v>145</c:v>
                </c:pt>
                <c:pt idx="8">
                  <c:v>165</c:v>
                </c:pt>
                <c:pt idx="9">
                  <c:v>185</c:v>
                </c:pt>
                <c:pt idx="10">
                  <c:v>215</c:v>
                </c:pt>
                <c:pt idx="11">
                  <c:v>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188720"/>
            <a:ext cx="14630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NEGOCIO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956048" y="162763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negocio vendiendo solo, 24 horas al día, por WhatsApp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· 2024 · Sebastián Díaz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nadie está resolviendo bien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1298448"/>
            <a:ext cx="658368" cy="65836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298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Pierden ventas por 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tiempo para responder 24/7. Un mensaje sin respuesta es un cliente que se va a la competencia.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1298448"/>
            <a:ext cx="658368" cy="65836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298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10712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delivery ni canales digitales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verdulería, el restorán, la pastelería del barrio. Venden solo presencial. Si el cliente no va, no compra.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5156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59168" y="1298448"/>
            <a:ext cx="658368" cy="65836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298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45352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actuales son caras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4535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cobra desde $45 USD/mes. Leadsales $133 USD/mes. Para una pyme chilena eso no es viable.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526280"/>
            <a:ext cx="832104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800.000 pymes en Chile · Solo el 12% usa algún CRM · 0 soluciones diseñadas para este segmento con IA + WhatsApp integrados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automatización completa de ventas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PROSPERA.AI conecta WhatsApp, CRM, delivery y pagos en una sola plataforma accesible para cualquier pyme.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36776" y="1929384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escribe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WhatsApp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96896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19272" y="1929384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67128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IA responde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67128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automático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9392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01768" y="1929384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76472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9624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pedido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9624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genera link de pago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61888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84264" y="1929384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registra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lead automáticamente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44384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141464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14616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da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14616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2793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leads y clientes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91840" y="42793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marketing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80760" y="42793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propias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46268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analítica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91840" y="46268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 integrado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80760" y="46268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WhatsApp 24/7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quién? El cliente ideal en Chile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5120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5120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PRINCIPAL (primeros 6 meses)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de comida y delivery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1671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Restoranes y cafeterías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5146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505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Minimercados y almacenes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620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7980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Pastelerías y rotiserías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14553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de delivery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5120640" cy="86868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133088"/>
            <a:ext cx="4800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nicho?  Ya usan WhatsApp para tomar pedidos, el ROI es inmediato y medible, y se conocen entre ellos → un cliente satisfecho refiere a 3 más.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051560"/>
            <a:ext cx="2880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11430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760720" y="18288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en Chile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423160"/>
            <a:ext cx="2880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25146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5760720" y="3200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CRM hoy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794760"/>
            <a:ext cx="2880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38862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5760720" y="45720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USD/mes dispuestos a pagar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cobra caro — ahí está la oportunidad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6012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60120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96012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097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PROSPERA.AI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16002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Precio/mes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16368" y="16002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 USD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1965960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0391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16368" y="20391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USD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2404872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4780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IA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16368" y="24780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Incluido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26480" y="2843784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291693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completo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516368" y="29169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Incluido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26480" y="3282696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3355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soporte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16368" y="3355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LATAM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26480" y="3721608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516368" y="3794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3–6x más barato que la competencia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651760" cy="3749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bot 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990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CRM hasta 500 contactos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usuario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7581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por email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$149.900 CLP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932688"/>
            <a:ext cx="1188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9326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MÁS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$89.900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38328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496312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 lo del plan Básico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2990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Landing pages propias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Campañas de marketing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37581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usuarios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41422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por WhatsApp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$199.900 CLP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651760" cy="3749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$139.900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496312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 lo del plan Negocio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2990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Usuarios ilimitados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6364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avanzados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63640" y="37581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personalizada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63640" y="41422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prioritario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0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$249.900 CLP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math real: costos, margen y punto de quiebre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64008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mensual por cliente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(compartido)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~$3–5 USD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8562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IA (OpenRouter)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856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~$2–8 USD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2037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(no oficial)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2037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USD*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511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25511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898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898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~$10–13 USD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(Plan Negocio)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3246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 USD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593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593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~$66 USD (84%)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114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64008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netos según clientes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536192"/>
            <a:ext cx="384048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5910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clientes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Ingreso: $395 USD/mes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66560" y="170078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 USD/mes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09160" y="2404872"/>
            <a:ext cx="384048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4597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clientes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Ingreso: $1.185 USD/mes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56946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$990 USD/mes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09160" y="3273552"/>
            <a:ext cx="3840480" cy="74980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328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clientes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Ingreso: $2.370 USD/mes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0" y="343814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$1.980 USD/mes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11480" y="4315968"/>
            <a:ext cx="8275320" cy="59436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361688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WhatsApp no oficial (Baileys): sin costo pero con riesgo de ban. Meta puede bloquear el número sin aviso. Escalar a API oficial cuando tengas +10 clientes estables.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 12 meses (escenario conservador)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60120"/>
          <a:ext cx="8321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27939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8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mes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14600" y="427939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14600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$1.899 USD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51460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mes 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7720" y="427939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~$11.900 USD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1772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año 1 total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20840" y="427939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20840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2084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neto año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adquisición: primeros 30 clientes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6517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170432"/>
            <a:ext cx="8229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0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90472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" y="15361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2 clientes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" y="2112264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57400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contactos actuales con oferta de lanzamiento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" y="295351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98648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mes gratis si pagan setup + 3 meses por adelantado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" y="379476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39896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2 clientes pagando + 2 casos de éxito reales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005840"/>
            <a:ext cx="26517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058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1170432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170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25112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3–6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15361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 orgánica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10712" y="211226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057400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en Instagram/TikTok: pedido por WhatsApp mientras el dueño duerme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295351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898648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a puerta en zonas de restoranes y almacenes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379476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739896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referidos: 1 mes gratis por cada cliente referido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6517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00584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45352" y="1170432"/>
            <a:ext cx="8229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1170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59752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7–12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45352" y="15361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y reputación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45352" y="2112264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057400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éxito documentados (video testimonial)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45352" y="2953512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898648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My Business y SEO local en Chile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45352" y="3794760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739896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con contadores y consultores de pymes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828032"/>
            <a:ext cx="832104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4632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año 1: 25–30 clientes activos  ·  Regla de oro: NO gastes en infraestructura hasta tener un cliente con tarjeta en mano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riesgos reales — sin filtro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0965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09651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170432"/>
            <a:ext cx="658368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0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44168" y="1133856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4813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time + familia + trabajo + clientes exigentes = agotamiento. El 70% de los emprendedores no fracasan por el producto, fracasan por el cansancio.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" y="2093976"/>
            <a:ext cx="37490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13969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Define cuántas horas semanales REALES puedes dar. Diseña el negocio para eso, no para la versión heroica de ti mismo.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1005840"/>
            <a:ext cx="40965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005840"/>
            <a:ext cx="409651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5464" y="1170432"/>
            <a:ext cx="658368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1170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23560" y="1133856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de WhatsApp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55464" y="14813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Baileys es no oficial. Meta puede bloquear el número de un cliente sin aviso, un viernes en la noche.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55464" y="2093976"/>
            <a:ext cx="37490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13969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Tener protocolo de crisis. Migrar a API oficial cuando se tengan +10 clientes estables (~$15/mes extra).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999232"/>
            <a:ext cx="40965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99232"/>
            <a:ext cx="40965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" y="3163824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16382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44168" y="3127248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alto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" y="34747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cierran o cambian de prioridades frecuentemente. Churn del 8–12% mensual es normal en este segmento.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" y="4087368"/>
            <a:ext cx="37490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13308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Cobrar setup fee alto disuade abandono. Programa de onboarding intensivo los primeros 30 días. ROI visible desde semana 1.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999232"/>
            <a:ext cx="40965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999232"/>
            <a:ext cx="40965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5464" y="3163824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316382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23560" y="3127248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ventaja duradera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55464" y="34747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desarrollador puede copiar esto en 3 meses. El código no es el moat.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55464" y="4087368"/>
            <a:ext cx="37490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413308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Llegar a 15 clientes antes de que aparezca competencia local. Tu ventaja es la relación, la marca y el conocimiento del mercado.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— en orden de prioridad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15214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152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10789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SpA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4712" y="14081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· Gratis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143000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078992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el portal del Registro de Empresas de Chile. Tarda 1 día, cuesta $0. Sin esto no puedes facturar como empresa.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81051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" y="1956816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56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4712" y="18836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cómo cobrar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212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· ~$0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10712" y="1947672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1883664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Khipu o Webpay Plus para recibir pagos. Los clientes necesitan pagar fácil. Sin esto no puedes cerrar ventas.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15184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" y="27614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761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4712" y="26883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del CRM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" y="30175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~$20 USD/mes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10712" y="2752344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688336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CRM a un servidor real (Railway o Render). Necesitas una vitrina funcional para mostrar antes de vender.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419856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" y="356616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5661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a tus 2 contactos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4712" y="3822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2–3 · $0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0712" y="3557016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493008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 lanzamiento: setup gratis si pagan 3 meses por adelantado. Un cliente real vale más que 100 leads teóricos.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22452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" y="4370832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370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24712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contenido en redes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24712" y="46268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en adelante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10712" y="4361688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4297680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cuando tengas un caso de éxito real para mostrar. Un video de resultado auténtico vale más que cualquier diseño bonito.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es ahora.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chilenas necesitan exactamente esto.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lo está haciendo bien todavía.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es tuya.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10972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93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PROSPERA.AI · Chile 2024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USD/mes mes 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setup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PROSPERA.AI — Plan de Negocio</dc:title>
  <dc:subject>PptxGenJS Presentation</dc:subject>
  <dc:creator>Sebastian Diaz</dc:creator>
  <cp:lastModifiedBy>Sebastian Diaz</cp:lastModifiedBy>
  <cp:revision>1</cp:revision>
  <dcterms:created xsi:type="dcterms:W3CDTF">2026-06-08T18:21:42Z</dcterms:created>
  <dcterms:modified xsi:type="dcterms:W3CDTF">2026-06-08T18:21:42Z</dcterms:modified>
</cp:coreProperties>
</file>