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0152B"/>
          </a:solidFill>
          <a:ln w="12700">
            <a:solidFill>
              <a:srgbClr val="10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3D5AFE">
              <a:alpha val="75000"/>
            </a:srgbClr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26480" y="36576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56832" y="36576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87184" y="36576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17536" y="36576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09728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56832" y="109728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87184" y="109728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17536" y="109728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82880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56832" y="182880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87184" y="182880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17536" y="182880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56032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56832" y="256032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87184" y="256032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17536" y="256032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29184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56832" y="329184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7184" y="329184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17536" y="329184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402336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56832" y="402336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87184" y="402336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17536" y="4023360"/>
            <a:ext cx="54864" cy="54864"/>
          </a:xfrm>
          <a:prstGeom prst="ellipse">
            <a:avLst/>
          </a:prstGeom>
          <a:solidFill>
            <a:srgbClr val="00C8E0">
              <a:alpha val="4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1463040"/>
            <a:ext cx="64008" cy="20116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1444752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3D5AFE">
              <a:alpha val="16000"/>
            </a:srgbClr>
          </a:solidFill>
          <a:ln w="12700">
            <a:solidFill>
              <a:srgbClr val="3D5AFE">
                <a:alpha val="4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1444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D5AFE"/>
                </a:solidFill>
              </a:rPr>
              <a:t>GUIA PRACTICA  —  PROSPERA.AI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85800" y="187452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Como publicar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tu sitio web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685800" y="36118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892B0"/>
                </a:solidFill>
              </a:rPr>
              <a:t>Del archivo HTML al cliente en 15 minutos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035040" y="822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C8E0"/>
                </a:solidFill>
              </a:rPr>
              <a:t>LO QUE APRENDERAS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1234440"/>
            <a:ext cx="36576" cy="292608"/>
          </a:xfrm>
          <a:prstGeom prst="rect">
            <a:avLst/>
          </a:prstGeom>
          <a:solidFill>
            <a:srgbClr val="00C8E0">
              <a:alpha val="70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1234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Registrar un dominio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035040" y="1929384"/>
            <a:ext cx="36576" cy="292608"/>
          </a:xfrm>
          <a:prstGeom prst="rect">
            <a:avLst/>
          </a:prstGeom>
          <a:solidFill>
            <a:srgbClr val="00C8E0">
              <a:alpha val="70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19293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Subir el HTML en 2 clics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35040" y="2624328"/>
            <a:ext cx="36576" cy="292608"/>
          </a:xfrm>
          <a:prstGeom prst="rect">
            <a:avLst/>
          </a:prstGeom>
          <a:solidFill>
            <a:srgbClr val="00C8E0">
              <a:alpha val="70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26243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Reemplazar un sitio existente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035040" y="3319272"/>
            <a:ext cx="36576" cy="292608"/>
          </a:xfrm>
          <a:prstGeom prst="rect">
            <a:avLst/>
          </a:prstGeom>
          <a:solidFill>
            <a:srgbClr val="00C8E0">
              <a:alpha val="70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33192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Conectar el dominio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035040" y="4014216"/>
            <a:ext cx="36576" cy="292608"/>
          </a:xfrm>
          <a:prstGeom prst="rect">
            <a:avLst/>
          </a:prstGeom>
          <a:solidFill>
            <a:srgbClr val="00C8E0">
              <a:alpha val="70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40142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Entregar al cliente en 15 min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0" y="49194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6D88"/>
                </a:solidFill>
              </a:rPr>
              <a:t>PROSPERA.AI  ·  Agente Web v3.0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3D5AFE">
              <a:alpha val="16000"/>
            </a:srgbClr>
          </a:solidFill>
          <a:ln w="12700">
            <a:solidFill>
              <a:srgbClr val="3D5AFE">
                <a:alpha val="4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D5AFE"/>
                </a:solidFill>
              </a:rPr>
              <a:t>PUNTO DE PARTIDA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224"/>
                </a:solidFill>
              </a:rPr>
              <a:t>Que tenemos?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60604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4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0" y="1298448"/>
            <a:ext cx="320040" cy="320040"/>
          </a:xfrm>
          <a:prstGeom prst="rect">
            <a:avLst/>
          </a:prstGeom>
          <a:solidFill>
            <a:srgbClr val="D0D4EE"/>
          </a:solidFill>
          <a:ln w="12700">
            <a:solidFill>
              <a:srgbClr val="D0D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1280160" cy="54864"/>
          </a:xfrm>
          <a:prstGeom prst="rect">
            <a:avLst/>
          </a:prstGeom>
          <a:solidFill>
            <a:srgbClr val="C5CAFB">
              <a:alpha val="75000"/>
            </a:srgbClr>
          </a:solidFill>
          <a:ln w="12700">
            <a:solidFill>
              <a:srgbClr val="C5CA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1508760" cy="54864"/>
          </a:xfrm>
          <a:prstGeom prst="rect">
            <a:avLst/>
          </a:prstGeom>
          <a:solidFill>
            <a:srgbClr val="C5CAFB">
              <a:alpha val="75000"/>
            </a:srgbClr>
          </a:solidFill>
          <a:ln w="12700">
            <a:solidFill>
              <a:srgbClr val="C5CA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783080"/>
            <a:ext cx="1737360" cy="54864"/>
          </a:xfrm>
          <a:prstGeom prst="rect">
            <a:avLst/>
          </a:prstGeom>
          <a:solidFill>
            <a:srgbClr val="C5CAFB">
              <a:alpha val="75000"/>
            </a:srgbClr>
          </a:solidFill>
          <a:ln w="12700">
            <a:solidFill>
              <a:srgbClr val="C5CA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920240"/>
            <a:ext cx="1280160" cy="54864"/>
          </a:xfrm>
          <a:prstGeom prst="rect">
            <a:avLst/>
          </a:prstGeom>
          <a:solidFill>
            <a:srgbClr val="C5CAFB">
              <a:alpha val="75000"/>
            </a:srgbClr>
          </a:solidFill>
          <a:ln w="12700">
            <a:solidFill>
              <a:srgbClr val="C5CA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057400"/>
            <a:ext cx="1508760" cy="54864"/>
          </a:xfrm>
          <a:prstGeom prst="rect">
            <a:avLst/>
          </a:prstGeom>
          <a:solidFill>
            <a:srgbClr val="C5CAFB">
              <a:alpha val="75000"/>
            </a:srgbClr>
          </a:solidFill>
          <a:ln w="12700">
            <a:solidFill>
              <a:srgbClr val="C5CA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194560"/>
            <a:ext cx="1737360" cy="54864"/>
          </a:xfrm>
          <a:prstGeom prst="rect">
            <a:avLst/>
          </a:prstGeom>
          <a:solidFill>
            <a:srgbClr val="C5CAFB">
              <a:alpha val="75000"/>
            </a:srgbClr>
          </a:solidFill>
          <a:ln w="12700">
            <a:solidFill>
              <a:srgbClr val="C5CA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2468880"/>
            <a:ext cx="822960" cy="822960"/>
          </a:xfrm>
          <a:prstGeom prst="rect">
            <a:avLst/>
          </a:prstGeom>
          <a:solidFill>
            <a:srgbClr val="3D5AFE">
              <a:alpha val="88000"/>
            </a:srgbClr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</a:rPr>
              <a:t>HTML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5AFE"/>
                </a:solidFill>
              </a:rPr>
              <a:t>index.html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7307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D88"/>
                </a:solidFill>
              </a:rPr>
              <a:t>Tu nuevo rediseno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5AFE"/>
                </a:solidFill>
              </a:rPr>
              <a:t>-&gt;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794760" y="1417320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94760" y="1417320"/>
            <a:ext cx="64008" cy="9144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1920" y="1645920"/>
            <a:ext cx="457200" cy="457200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6280" y="15270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224"/>
                </a:solidFill>
              </a:rPr>
              <a:t>Sitio web nuevo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26280" y="1874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6D88"/>
                </a:solidFill>
              </a:rPr>
              <a:t>Cliente sin sitio web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94760" y="2514600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94760" y="2514600"/>
            <a:ext cx="64008" cy="9144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31920" y="2743200"/>
            <a:ext cx="457200" cy="457200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26280" y="26243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224"/>
                </a:solidFill>
              </a:rPr>
              <a:t>Reemplazar sitio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26280" y="2971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6D88"/>
                </a:solidFill>
              </a:rPr>
              <a:t>Cliente ya tiene web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794760" y="3611880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94760" y="3611880"/>
            <a:ext cx="64008" cy="91440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31920" y="3840480"/>
            <a:ext cx="457200" cy="45720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26280" y="37216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224"/>
                </a:solidFill>
              </a:rPr>
              <a:t>En produccion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26280" y="4069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6D88"/>
                </a:solidFill>
              </a:rPr>
              <a:t>En linea en 15 min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0" y="49194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6D88"/>
                </a:solidFill>
              </a:rPr>
              <a:t>PROSPERA.AI  ·  Agente Web v3.0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0" y="411480"/>
            <a:ext cx="2286000" cy="2286000"/>
          </a:xfrm>
          <a:prstGeom prst="ellipse">
            <a:avLst/>
          </a:prstGeom>
          <a:solidFill>
            <a:srgbClr val="3D5AFE">
              <a:alpha val="18000"/>
            </a:srgbClr>
          </a:solidFill>
          <a:ln w="25400">
            <a:solidFill>
              <a:srgbClr val="3D5AFE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29000" y="4114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3D5AFE"/>
                </a:solidFill>
              </a:rPr>
              <a:t>A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0C8E0"/>
                </a:solidFill>
              </a:rPr>
              <a:t>ESCENARIO  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El cliente NO tiene</a:t>
            </a:r>
            <a:endParaRPr lang="en-US" sz="3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sitio web todavia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4553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</a:rPr>
              <a:t>Necesitamos comprar un dominio y publicar desde cero. Mas facil de lo que parece.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3D5AFE">
              <a:alpha val="16000"/>
            </a:srgbClr>
          </a:solidFill>
          <a:ln w="12700">
            <a:solidFill>
              <a:srgbClr val="3D5AFE">
                <a:alpha val="4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D5AFE"/>
                </a:solidFill>
              </a:rPr>
              <a:t>PASO 1 DE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224"/>
                </a:solidFill>
              </a:rPr>
              <a:t>Comprar el dominio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069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D88"/>
                </a:solidFill>
              </a:rPr>
              <a:t>El dominio es el nombre de la pagina. Por ejemplo: miclientefeliz.cl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114800" cy="3337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4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4114800" cy="54864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1709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224"/>
                </a:solidFill>
              </a:rPr>
              <a:t>NIC.cl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91840" y="173736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3D5AFE">
              <a:alpha val="16000"/>
            </a:srgbClr>
          </a:solidFill>
          <a:ln w="12700">
            <a:solidFill>
              <a:srgbClr val="3D5AFE">
                <a:alpha val="4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7373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D5AFE"/>
                </a:solidFill>
              </a:rPr>
              <a:t>Para .cl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48640" y="234086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D5C"/>
                </a:solidFill>
              </a:rPr>
              <a:t>El registro oficial de Chile.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A3D5C"/>
                </a:solidFill>
              </a:rPr>
              <a:t>Dominio .cl = mas confianza local.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944368"/>
            <a:ext cx="3730752" cy="18288"/>
          </a:xfrm>
          <a:prstGeom prst="rect">
            <a:avLst/>
          </a:prstGeom>
          <a:solidFill>
            <a:srgbClr val="DDDFF0"/>
          </a:solidFill>
          <a:ln w="12700">
            <a:solidFill>
              <a:srgbClr val="DDDF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44952"/>
            <a:ext cx="237744" cy="237744"/>
          </a:xfrm>
          <a:prstGeom prst="ellipse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44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</a:rPr>
              <a:t>1</a:t>
            </a:r>
            <a:endParaRPr lang="en-US" sz="520" dirty="0"/>
          </a:p>
        </p:txBody>
      </p:sp>
      <p:sp>
        <p:nvSpPr>
          <p:cNvPr id="18" name="Text 16"/>
          <p:cNvSpPr/>
          <p:nvPr/>
        </p:nvSpPr>
        <p:spPr>
          <a:xfrm>
            <a:off x="877824" y="3017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224"/>
                </a:solidFill>
              </a:rPr>
              <a:t>Entra a nic.cl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93008"/>
            <a:ext cx="237744" cy="237744"/>
          </a:xfrm>
          <a:prstGeom prst="ellipse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93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</a:rPr>
              <a:t>2</a:t>
            </a:r>
            <a:endParaRPr lang="en-US" sz="520" dirty="0"/>
          </a:p>
        </p:txBody>
      </p:sp>
      <p:sp>
        <p:nvSpPr>
          <p:cNvPr id="21" name="Text 19"/>
          <p:cNvSpPr/>
          <p:nvPr/>
        </p:nvSpPr>
        <p:spPr>
          <a:xfrm>
            <a:off x="877824" y="34655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224"/>
                </a:solidFill>
              </a:rPr>
              <a:t>Busca el nombre que quieres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41064"/>
            <a:ext cx="237744" cy="237744"/>
          </a:xfrm>
          <a:prstGeom prst="ellipse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41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</a:rPr>
              <a:t>3</a:t>
            </a:r>
            <a:endParaRPr lang="en-US" sz="520" dirty="0"/>
          </a:p>
        </p:txBody>
      </p:sp>
      <p:sp>
        <p:nvSpPr>
          <p:cNvPr id="24" name="Text 22"/>
          <p:cNvSpPr/>
          <p:nvPr/>
        </p:nvSpPr>
        <p:spPr>
          <a:xfrm>
            <a:off x="877824" y="3913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224"/>
                </a:solidFill>
              </a:rPr>
              <a:t>Registra y paga con tarjeta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645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5AFE"/>
                </a:solidFill>
              </a:rPr>
              <a:t>~ $10 USD / año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508760"/>
            <a:ext cx="4114800" cy="3337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4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508760"/>
            <a:ext cx="4114800" cy="5486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1691640"/>
            <a:ext cx="548640" cy="548640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23560" y="1709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224"/>
                </a:solidFill>
              </a:rPr>
              <a:t>Namecheap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680960" y="173736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7C4DFF">
              <a:alpha val="16000"/>
            </a:srgbClr>
          </a:solidFill>
          <a:ln w="12700">
            <a:solidFill>
              <a:srgbClr val="7C4DFF">
                <a:alpha val="4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17373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C4DFF"/>
                </a:solidFill>
              </a:rPr>
              <a:t>Para .com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937760" y="234086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3D5C"/>
                </a:solidFill>
              </a:rPr>
              <a:t>El registro mas popular del mundo.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A3D5C"/>
                </a:solidFill>
              </a:rPr>
              <a:t>Dominio .com = mas reconocido.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937760" y="2944368"/>
            <a:ext cx="3730752" cy="18288"/>
          </a:xfrm>
          <a:prstGeom prst="rect">
            <a:avLst/>
          </a:prstGeom>
          <a:solidFill>
            <a:srgbClr val="DDDFF0"/>
          </a:solidFill>
          <a:ln w="12700">
            <a:solidFill>
              <a:srgbClr val="DDDF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3044952"/>
            <a:ext cx="237744" cy="237744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044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</a:rPr>
              <a:t>1</a:t>
            </a:r>
            <a:endParaRPr lang="en-US" sz="520" dirty="0"/>
          </a:p>
        </p:txBody>
      </p:sp>
      <p:sp>
        <p:nvSpPr>
          <p:cNvPr id="37" name="Text 35"/>
          <p:cNvSpPr/>
          <p:nvPr/>
        </p:nvSpPr>
        <p:spPr>
          <a:xfrm>
            <a:off x="5266944" y="3017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224"/>
                </a:solidFill>
              </a:rPr>
              <a:t>Entra a namecheap.com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37760" y="3493008"/>
            <a:ext cx="237744" cy="237744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493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</a:rPr>
              <a:t>2</a:t>
            </a:r>
            <a:endParaRPr lang="en-US" sz="520" dirty="0"/>
          </a:p>
        </p:txBody>
      </p:sp>
      <p:sp>
        <p:nvSpPr>
          <p:cNvPr id="40" name="Text 38"/>
          <p:cNvSpPr/>
          <p:nvPr/>
        </p:nvSpPr>
        <p:spPr>
          <a:xfrm>
            <a:off x="5266944" y="34655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224"/>
                </a:solidFill>
              </a:rPr>
              <a:t>Busca el nombre disponible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37760" y="3941064"/>
            <a:ext cx="237744" cy="237744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941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</a:rPr>
              <a:t>3</a:t>
            </a:r>
            <a:endParaRPr lang="en-US" sz="520" dirty="0"/>
          </a:p>
        </p:txBody>
      </p:sp>
      <p:sp>
        <p:nvSpPr>
          <p:cNvPr id="43" name="Text 41"/>
          <p:cNvSpPr/>
          <p:nvPr/>
        </p:nvSpPr>
        <p:spPr>
          <a:xfrm>
            <a:off x="5266944" y="3913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224"/>
                </a:solidFill>
              </a:rPr>
              <a:t>Registra y paga con tarjeta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37760" y="4645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4DFF"/>
                </a:solidFill>
              </a:rPr>
              <a:t>~ $12 USD / año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0" y="49194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6D88"/>
                </a:solidFill>
              </a:rPr>
              <a:t>PROSPERA.AI  ·  Agente Web v3.0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00C8E0">
              <a:alpha val="16000"/>
            </a:srgbClr>
          </a:solidFill>
          <a:ln w="12700">
            <a:solidFill>
              <a:srgbClr val="00C8E0">
                <a:alpha val="4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C8E0"/>
                </a:solidFill>
              </a:rPr>
              <a:t>PASO 2 DE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224"/>
                </a:solidFill>
              </a:rPr>
              <a:t>Subir el sitio a Netlify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069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D88"/>
                </a:solidFill>
              </a:rPr>
              <a:t>Netlify es GRATIS y te da una URL publica en 30 segundos. Solo arrastras y sueltas.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283464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4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54480"/>
            <a:ext cx="2834640" cy="54864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755648"/>
            <a:ext cx="566928" cy="566928"/>
          </a:xfrm>
          <a:prstGeom prst="ellipse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WEB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224"/>
                </a:solidFill>
              </a:rPr>
              <a:t>Entra a netlify.com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81635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D5C"/>
                </a:solidFill>
              </a:rPr>
              <a:t>Crea una cuenta gratis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3D5C"/>
                </a:solidFill>
              </a:rPr>
              <a:t>(boton Sign Up arriba a la derecha)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33472" y="1755648"/>
            <a:ext cx="347472" cy="347472"/>
          </a:xfrm>
          <a:prstGeom prst="ellipse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1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3218688" y="1554480"/>
            <a:ext cx="283464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4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1554480"/>
            <a:ext cx="283464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19856" y="1755648"/>
            <a:ext cx="566928" cy="566928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9856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SUB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3401568" y="2423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224"/>
                </a:solidFill>
              </a:rPr>
              <a:t>Arrastra tu archivo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01568" y="281635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D5C"/>
                </a:solidFill>
              </a:rPr>
              <a:t>En la pagina principal veras una zona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3D5C"/>
                </a:solidFill>
              </a:rPr>
              <a:t>que dice Drag and Drop. Arrastra ahi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3D5C"/>
                </a:solidFill>
              </a:rPr>
              <a:t>el archivo index.html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1755648"/>
            <a:ext cx="347472" cy="34747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2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6163056" y="1554480"/>
            <a:ext cx="283464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4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63056" y="1554480"/>
            <a:ext cx="2834640" cy="54864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64224" y="1755648"/>
            <a:ext cx="566928" cy="566928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URL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6345936" y="2423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224"/>
                </a:solidFill>
              </a:rPr>
              <a:t>Listo! Tienes URL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45936" y="281635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D5C"/>
                </a:solidFill>
              </a:rPr>
              <a:t>En 30 segundos Netlify te da una URL: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3D5C"/>
                </a:solidFill>
              </a:rPr>
              <a:t>br-ejemplo-239.netlify.app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22208" y="1755648"/>
            <a:ext cx="347472" cy="347472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22208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3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274320" y="4645152"/>
            <a:ext cx="8595360" cy="292608"/>
          </a:xfrm>
          <a:prstGeom prst="rect">
            <a:avLst/>
          </a:prstGeom>
          <a:solidFill>
            <a:srgbClr val="00C8E0">
              <a:alpha val="12000"/>
            </a:srgbClr>
          </a:solidFill>
          <a:ln w="12700">
            <a:solidFill>
              <a:srgbClr val="00C8E0">
                <a:alpha val="3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645152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D5C"/>
                </a:solidFill>
              </a:rPr>
              <a:t>TIP:  Netlify es 100% gratis para sitios estaticos (HTML puro). No necesitas tarjeta de credito.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7C4DFF">
              <a:alpha val="16000"/>
            </a:srgbClr>
          </a:solidFill>
          <a:ln w="12700">
            <a:solidFill>
              <a:srgbClr val="7C4DFF">
                <a:alpha val="4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C4DFF"/>
                </a:solidFill>
              </a:rPr>
              <a:t>PASO 3 DE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224"/>
                </a:solidFill>
              </a:rPr>
              <a:t>Conectar el dominio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069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D88"/>
                </a:solidFill>
              </a:rPr>
              <a:t>Ahora hacemos que miclientefeliz.cl apunte al sitio que subiste en Netlify.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397764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4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397764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276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224"/>
                </a:solidFill>
              </a:rPr>
              <a:t>En Netlify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228600" cy="228600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</a:rPr>
              <a:t>1</a:t>
            </a:r>
            <a:endParaRPr lang="en-US" sz="500" dirty="0"/>
          </a:p>
        </p:txBody>
      </p:sp>
      <p:sp>
        <p:nvSpPr>
          <p:cNvPr id="12" name="Text 10"/>
          <p:cNvSpPr/>
          <p:nvPr/>
        </p:nvSpPr>
        <p:spPr>
          <a:xfrm>
            <a:off x="868680" y="20665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224"/>
                </a:solidFill>
              </a:rPr>
              <a:t>Ve a Site settings → Domain management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670048"/>
            <a:ext cx="228600" cy="228600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700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</a:rPr>
              <a:t>2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868680" y="26334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224"/>
                </a:solidFill>
              </a:rPr>
              <a:t>Clic en 'Add custom domain'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36976"/>
            <a:ext cx="228600" cy="228600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369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</a:rPr>
              <a:t>3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868680" y="32004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224"/>
                </a:solidFill>
              </a:rPr>
              <a:t>Escribe tu dominio: miclientefeliz.cl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03904"/>
            <a:ext cx="228600" cy="228600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039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</a:rPr>
              <a:t>4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868680" y="37673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224"/>
                </a:solidFill>
              </a:rPr>
              <a:t>Anota los 4 Nameservers que te da Netlify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224"/>
                </a:solidFill>
              </a:rPr>
              <a:t>(tipo: dns1.p01.nsone.net)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70832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4DFF"/>
                </a:solidFill>
              </a:rPr>
              <a:t>-&gt;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4846320" y="1508760"/>
            <a:ext cx="397764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4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508760"/>
            <a:ext cx="3977640" cy="5486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6276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224"/>
                </a:solidFill>
              </a:rPr>
              <a:t>En NIC.cl / Namecheap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0" y="2084832"/>
            <a:ext cx="228600" cy="228600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0848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</a:rPr>
              <a:t>1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5349240" y="20482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224"/>
                </a:solidFill>
              </a:rPr>
              <a:t>Entra a tu cuenta en NIC.cl o Namecheap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0" y="2578608"/>
            <a:ext cx="228600" cy="228600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5786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</a:rPr>
              <a:t>2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5349240" y="25420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224"/>
                </a:solidFill>
              </a:rPr>
              <a:t>Busca tu dominio → Manage DNS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0" y="3072384"/>
            <a:ext cx="228600" cy="228600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0723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</a:rPr>
              <a:t>3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5349240" y="30358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224"/>
                </a:solidFill>
              </a:rPr>
              <a:t>Borra los nameservers que hay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0" y="3566160"/>
            <a:ext cx="228600" cy="228600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3566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</a:rPr>
              <a:t>4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5349240" y="35295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224"/>
                </a:solidFill>
              </a:rPr>
              <a:t>Pega los 4 nameservers de Netlify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0" y="4059936"/>
            <a:ext cx="228600" cy="228600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40599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</a:rPr>
              <a:t>5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5349240" y="40233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224"/>
                </a:solidFill>
              </a:rPr>
              <a:t>Guarda — activo en 15–60 minutos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7C4DFF">
              <a:alpha val="12000"/>
            </a:srgbClr>
          </a:solidFill>
          <a:ln w="12700">
            <a:solidFill>
              <a:srgbClr val="7C4DFF">
                <a:alpha val="3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D5C"/>
                </a:solidFill>
              </a:rPr>
              <a:t>Los cambios de DNS demoran entre 15 minutos y 24 horas. Es completamente normal.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0" y="411480"/>
            <a:ext cx="2286000" cy="2286000"/>
          </a:xfrm>
          <a:prstGeom prst="ellipse">
            <a:avLst/>
          </a:prstGeom>
          <a:solidFill>
            <a:srgbClr val="7C4DFF">
              <a:alpha val="18000"/>
            </a:srgbClr>
          </a:solidFill>
          <a:ln w="25400">
            <a:solidFill>
              <a:srgbClr val="7C4DFF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29000" y="4114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7C4DFF"/>
                </a:solidFill>
              </a:rPr>
              <a:t>B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7C4DFF"/>
                </a:solidFill>
              </a:rPr>
              <a:t>ESCENARIO  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El cliente YA tiene</a:t>
            </a:r>
            <a:endParaRPr lang="en-US" sz="3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un sitio web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4553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</a:rPr>
              <a:t>Solo necesitamos acceso al hosting. Reemplazamos el archivo y listo.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7C4DFF">
              <a:alpha val="16000"/>
            </a:srgbClr>
          </a:solidFill>
          <a:ln w="12700">
            <a:solidFill>
              <a:srgbClr val="7C4DFF">
                <a:alpha val="4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C4DFF"/>
                </a:solidFill>
              </a:rPr>
              <a:t>PASO 1 DE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224"/>
                </a:solidFill>
              </a:rPr>
              <a:t>Pedir acceso al hosting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069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D88"/>
                </a:solidFill>
              </a:rPr>
              <a:t>El cliente tiene un hosting donde vive su sitio actual. Necesitamos entrar a 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40690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4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81328"/>
            <a:ext cx="4069080" cy="5486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02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224"/>
                </a:solidFill>
              </a:rPr>
              <a:t>Que pedirle al cliente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066544"/>
            <a:ext cx="36576" cy="25603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039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D5C"/>
                </a:solidFill>
              </a:rPr>
              <a:t>Con que empresa tienes el hosting?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50592"/>
            <a:ext cx="36576" cy="25603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423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D5C"/>
                </a:solidFill>
              </a:rPr>
              <a:t>Usuario y contrasena del cPanel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36576" cy="25603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28072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D5C"/>
                </a:solidFill>
              </a:rPr>
              <a:t>O acceso FTP: host, usuario, pass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481328"/>
            <a:ext cx="40690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4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481328"/>
            <a:ext cx="4069080" cy="54864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6002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224"/>
                </a:solidFill>
              </a:rPr>
              <a:t>Hostings mas comunes en Chile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92040" y="2066544"/>
            <a:ext cx="1783080" cy="292608"/>
          </a:xfrm>
          <a:prstGeom prst="rect">
            <a:avLst/>
          </a:prstGeom>
          <a:solidFill>
            <a:srgbClr val="3D5AFE">
              <a:alpha val="14000"/>
            </a:srgbClr>
          </a:solidFill>
          <a:ln w="12700">
            <a:solidFill>
              <a:srgbClr val="3D5AFE">
                <a:alpha val="3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0665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5AFE"/>
                </a:solidFill>
              </a:rPr>
              <a:t>SolucionHost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2450592"/>
            <a:ext cx="1783080" cy="292608"/>
          </a:xfrm>
          <a:prstGeom prst="rect">
            <a:avLst/>
          </a:prstGeom>
          <a:solidFill>
            <a:srgbClr val="3D5AFE">
              <a:alpha val="14000"/>
            </a:srgbClr>
          </a:solidFill>
          <a:ln w="12700">
            <a:solidFill>
              <a:srgbClr val="3D5AFE">
                <a:alpha val="3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4505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5AFE"/>
                </a:solidFill>
              </a:rPr>
              <a:t>Hosting.cl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2834640"/>
            <a:ext cx="1783080" cy="292608"/>
          </a:xfrm>
          <a:prstGeom prst="rect">
            <a:avLst/>
          </a:prstGeom>
          <a:solidFill>
            <a:srgbClr val="3D5AFE">
              <a:alpha val="14000"/>
            </a:srgbClr>
          </a:solidFill>
          <a:ln w="12700">
            <a:solidFill>
              <a:srgbClr val="3D5AFE">
                <a:alpha val="3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8346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5AFE"/>
                </a:solidFill>
              </a:rPr>
              <a:t>HostGator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2066544"/>
            <a:ext cx="1783080" cy="292608"/>
          </a:xfrm>
          <a:prstGeom prst="rect">
            <a:avLst/>
          </a:prstGeom>
          <a:solidFill>
            <a:srgbClr val="3D5AFE">
              <a:alpha val="14000"/>
            </a:srgbClr>
          </a:solidFill>
          <a:ln w="12700">
            <a:solidFill>
              <a:srgbClr val="3D5AFE">
                <a:alpha val="3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20665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5AFE"/>
                </a:solidFill>
              </a:rPr>
              <a:t>Bluehost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2450592"/>
            <a:ext cx="1783080" cy="292608"/>
          </a:xfrm>
          <a:prstGeom prst="rect">
            <a:avLst/>
          </a:prstGeom>
          <a:solidFill>
            <a:srgbClr val="3D5AFE">
              <a:alpha val="14000"/>
            </a:srgbClr>
          </a:solidFill>
          <a:ln w="12700">
            <a:solidFill>
              <a:srgbClr val="3D5AFE">
                <a:alpha val="3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4505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5AFE"/>
                </a:solidFill>
              </a:rPr>
              <a:t>GoDaddy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456432"/>
            <a:ext cx="8412480" cy="841248"/>
          </a:xfrm>
          <a:prstGeom prst="rect">
            <a:avLst/>
          </a:prstGeom>
          <a:solidFill>
            <a:srgbClr val="E67E22">
              <a:alpha val="10000"/>
            </a:srgbClr>
          </a:solidFill>
          <a:ln w="19050">
            <a:solidFill>
              <a:srgbClr val="E67E22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456432"/>
            <a:ext cx="64008" cy="8412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48386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224"/>
                </a:solidFill>
              </a:rPr>
              <a:t>ATENCION — Cliente con WordPress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" y="3749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D5C"/>
                </a:solidFill>
              </a:rPr>
              <a:t>WordPress no acepta HTML externo directamente. Recomendacion: migrar a hosting estatico (mas rapido y barato) o convertir el HTML a tema de WordPress.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0" y="49194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6D88"/>
                </a:solidFill>
              </a:rPr>
              <a:t>PROSPERA.AI  ·  Agente Web v3.0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3D5AFE">
              <a:alpha val="16000"/>
            </a:srgbClr>
          </a:solidFill>
          <a:ln w="12700">
            <a:solidFill>
              <a:srgbClr val="3D5AFE">
                <a:alpha val="4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D5AFE"/>
                </a:solidFill>
              </a:rPr>
              <a:t>PASO 2 DE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224"/>
                </a:solidFill>
              </a:rPr>
              <a:t>Reemplazar el sitio en cPanel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69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A6D88"/>
                </a:solidFill>
              </a:rPr>
              <a:t>cPanel es el panel de control del hosting. Tiene un gestor de archivos como el Finder de tu Mac.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032" y="1508760"/>
            <a:ext cx="28346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4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508760"/>
            <a:ext cx="2834640" cy="54864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673352"/>
            <a:ext cx="384048" cy="384048"/>
          </a:xfrm>
          <a:prstGeom prst="ellipse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1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523744" y="1655064"/>
            <a:ext cx="438912" cy="438912"/>
          </a:xfrm>
          <a:prstGeom prst="rect">
            <a:avLst/>
          </a:prstGeom>
          <a:solidFill>
            <a:srgbClr val="3D5AFE">
              <a:alpha val="88000"/>
            </a:srgbClr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</a:rPr>
              <a:t>WEB</a:t>
            </a:r>
            <a:endParaRPr lang="en-US" sz="768" dirty="0"/>
          </a:p>
        </p:txBody>
      </p:sp>
      <p:sp>
        <p:nvSpPr>
          <p:cNvPr id="13" name="Text 11"/>
          <p:cNvSpPr/>
          <p:nvPr/>
        </p:nvSpPr>
        <p:spPr>
          <a:xfrm>
            <a:off x="438912" y="21671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224"/>
                </a:solidFill>
              </a:rPr>
              <a:t>Entra a cPanel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8912" y="251460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D5C"/>
                </a:solidFill>
              </a:rPr>
              <a:t>Ve a tudominio.cl/cpanel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A3D5C"/>
                </a:solidFill>
              </a:rPr>
              <a:t>Ingresa usuario y contrasena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508760"/>
            <a:ext cx="28346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4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508760"/>
            <a:ext cx="2834640" cy="54864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1673352"/>
            <a:ext cx="384048" cy="384048"/>
          </a:xfrm>
          <a:prstGeom prst="ellipse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2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5468112" y="1655064"/>
            <a:ext cx="438912" cy="438912"/>
          </a:xfrm>
          <a:prstGeom prst="rect">
            <a:avLst/>
          </a:prstGeom>
          <a:solidFill>
            <a:srgbClr val="3D5AFE">
              <a:alpha val="88000"/>
            </a:srgbClr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</a:rPr>
              <a:t>FILE</a:t>
            </a:r>
            <a:endParaRPr lang="en-US" sz="768" dirty="0"/>
          </a:p>
        </p:txBody>
      </p:sp>
      <p:sp>
        <p:nvSpPr>
          <p:cNvPr id="21" name="Text 19"/>
          <p:cNvSpPr/>
          <p:nvPr/>
        </p:nvSpPr>
        <p:spPr>
          <a:xfrm>
            <a:off x="3383280" y="21671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224"/>
                </a:solidFill>
              </a:rPr>
              <a:t>File Manager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83280" y="251460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D5C"/>
                </a:solidFill>
              </a:rPr>
              <a:t>Busca el icono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A3D5C"/>
                </a:solidFill>
              </a:rPr>
              <a:t>'File Manager'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44768" y="1508760"/>
            <a:ext cx="28346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4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44768" y="1508760"/>
            <a:ext cx="2834640" cy="5486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27648" y="1673352"/>
            <a:ext cx="384048" cy="384048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3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8412480" y="1655064"/>
            <a:ext cx="438912" cy="438912"/>
          </a:xfrm>
          <a:prstGeom prst="rect">
            <a:avLst/>
          </a:prstGeom>
          <a:solidFill>
            <a:srgbClr val="7C4DFF">
              <a:alpha val="88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</a:rPr>
              <a:t>HOME</a:t>
            </a:r>
            <a:endParaRPr lang="en-US" sz="768" dirty="0"/>
          </a:p>
        </p:txBody>
      </p:sp>
      <p:sp>
        <p:nvSpPr>
          <p:cNvPr id="29" name="Text 27"/>
          <p:cNvSpPr/>
          <p:nvPr/>
        </p:nvSpPr>
        <p:spPr>
          <a:xfrm>
            <a:off x="6327648" y="21671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224"/>
                </a:solidFill>
              </a:rPr>
              <a:t>Carpeta public_html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27648" y="251460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D5C"/>
                </a:solidFill>
              </a:rPr>
              <a:t>Entra a la carpeta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A3D5C"/>
                </a:solidFill>
              </a:rPr>
              <a:t>'public_html'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3246120"/>
            <a:ext cx="28346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4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246120"/>
            <a:ext cx="283464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3410712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4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2523744" y="3392424"/>
            <a:ext cx="438912" cy="438912"/>
          </a:xfrm>
          <a:prstGeom prst="rect">
            <a:avLst/>
          </a:prstGeom>
          <a:solidFill>
            <a:srgbClr val="E67E22">
              <a:alpha val="88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23744" y="3392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</a:rPr>
              <a:t>SAVE</a:t>
            </a:r>
            <a:endParaRPr lang="en-US" sz="768" dirty="0"/>
          </a:p>
        </p:txBody>
      </p:sp>
      <p:sp>
        <p:nvSpPr>
          <p:cNvPr id="37" name="Text 35"/>
          <p:cNvSpPr/>
          <p:nvPr/>
        </p:nvSpPr>
        <p:spPr>
          <a:xfrm>
            <a:off x="438912" y="3904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224"/>
                </a:solidFill>
              </a:rPr>
              <a:t>Haz un backup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38912" y="42519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D5C"/>
                </a:solidFill>
              </a:rPr>
              <a:t>Clic derecho en index.html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A3D5C"/>
                </a:solidFill>
              </a:rPr>
              <a:t>Renombra: index_old.html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3246120"/>
            <a:ext cx="28346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4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0" y="3246120"/>
            <a:ext cx="283464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83280" y="3410712"/>
            <a:ext cx="384048" cy="384048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5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5468112" y="3392424"/>
            <a:ext cx="438912" cy="438912"/>
          </a:xfrm>
          <a:prstGeom prst="rect">
            <a:avLst/>
          </a:prstGeom>
          <a:solidFill>
            <a:srgbClr val="00C8E0">
              <a:alpha val="88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68112" y="3392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</a:rPr>
              <a:t>UP</a:t>
            </a:r>
            <a:endParaRPr lang="en-US" sz="768" dirty="0"/>
          </a:p>
        </p:txBody>
      </p:sp>
      <p:sp>
        <p:nvSpPr>
          <p:cNvPr id="45" name="Text 43"/>
          <p:cNvSpPr/>
          <p:nvPr/>
        </p:nvSpPr>
        <p:spPr>
          <a:xfrm>
            <a:off x="3383280" y="3904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224"/>
                </a:solidFill>
              </a:rPr>
              <a:t>Sube el nuevo HTML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3383280" y="42519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D5C"/>
                </a:solidFill>
              </a:rPr>
              <a:t>Clic en 'Upload' → sube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A3D5C"/>
                </a:solidFill>
              </a:rPr>
              <a:t>tu archivo → nombra: index.html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44768" y="3246120"/>
            <a:ext cx="28346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4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44768" y="3246120"/>
            <a:ext cx="2834640" cy="54864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27648" y="3410712"/>
            <a:ext cx="384048" cy="384048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27648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6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8412480" y="3392424"/>
            <a:ext cx="438912" cy="438912"/>
          </a:xfrm>
          <a:prstGeom prst="rect">
            <a:avLst/>
          </a:prstGeom>
          <a:solidFill>
            <a:srgbClr val="00B894">
              <a:alpha val="88000"/>
            </a:srgbClr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0" y="3392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</a:rPr>
              <a:t>OK</a:t>
            </a:r>
            <a:endParaRPr lang="en-US" sz="768" dirty="0"/>
          </a:p>
        </p:txBody>
      </p:sp>
      <p:sp>
        <p:nvSpPr>
          <p:cNvPr id="53" name="Text 51"/>
          <p:cNvSpPr/>
          <p:nvPr/>
        </p:nvSpPr>
        <p:spPr>
          <a:xfrm>
            <a:off x="6327648" y="3904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224"/>
                </a:solidFill>
              </a:rPr>
              <a:t>Verifica el resultado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6327648" y="42519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D5C"/>
                </a:solidFill>
              </a:rPr>
              <a:t>Abre el dominio del cliente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A3D5C"/>
                </a:solidFill>
              </a:rPr>
              <a:t>y confirma que se ve el nuevo diseno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El flujo completo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2B0"/>
                </a:solidFill>
              </a:rPr>
              <a:t>De la aprobacion del cliente al sitio en linea — todo en menos de 15 minutos.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2670048"/>
            <a:ext cx="7589520" cy="45720"/>
          </a:xfrm>
          <a:prstGeom prst="rect">
            <a:avLst/>
          </a:prstGeom>
          <a:solidFill>
            <a:srgbClr val="3D5AFE">
              <a:alpha val="45000"/>
            </a:srgbClr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51560"/>
            <a:ext cx="1847088" cy="1463040"/>
          </a:xfrm>
          <a:prstGeom prst="rect">
            <a:avLst/>
          </a:prstGeom>
          <a:solidFill>
            <a:srgbClr val="10152B"/>
          </a:solidFill>
          <a:ln w="12700">
            <a:solidFill>
              <a:srgbClr val="3D5AF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51560"/>
            <a:ext cx="1847088" cy="54864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2728" y="1143000"/>
            <a:ext cx="548640" cy="548640"/>
          </a:xfrm>
          <a:prstGeom prst="rect">
            <a:avLst/>
          </a:prstGeom>
          <a:solidFill>
            <a:srgbClr val="3D5AFE">
              <a:alpha val="88000"/>
            </a:srgbClr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2728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BOT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Agente genera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el HTML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89304" y="2569464"/>
            <a:ext cx="201168" cy="201168"/>
          </a:xfrm>
          <a:prstGeom prst="ellipse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2798064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3D5AFE">
              <a:alpha val="22000"/>
            </a:srgbClr>
          </a:solidFill>
          <a:ln w="12700">
            <a:solidFill>
              <a:srgbClr val="3D5AFE">
                <a:alpha val="4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7980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5AFE"/>
                </a:solidFill>
              </a:rPr>
              <a:t>2–5 min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78608" y="1051560"/>
            <a:ext cx="1847088" cy="1463040"/>
          </a:xfrm>
          <a:prstGeom prst="rect">
            <a:avLst/>
          </a:prstGeom>
          <a:solidFill>
            <a:srgbClr val="10152B"/>
          </a:solidFill>
          <a:ln w="12700">
            <a:solidFill>
              <a:srgbClr val="00C8E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78608" y="1051560"/>
            <a:ext cx="1847088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36976" y="1143000"/>
            <a:ext cx="548640" cy="548640"/>
          </a:xfrm>
          <a:prstGeom prst="rect">
            <a:avLst/>
          </a:prstGeom>
          <a:solidFill>
            <a:srgbClr val="00C8E0">
              <a:alpha val="88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36976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OJO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2670048" y="17190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Presentas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al cliente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73552" y="2569464"/>
            <a:ext cx="201168" cy="201168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2798064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00C8E0">
              <a:alpha val="22000"/>
            </a:srgbClr>
          </a:solidFill>
          <a:ln w="12700">
            <a:solidFill>
              <a:srgbClr val="00C8E0">
                <a:alpha val="4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27980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E0"/>
                </a:solidFill>
              </a:rPr>
              <a:t>variable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051560"/>
            <a:ext cx="1847088" cy="1463040"/>
          </a:xfrm>
          <a:prstGeom prst="rect">
            <a:avLst/>
          </a:prstGeom>
          <a:solidFill>
            <a:srgbClr val="10152B"/>
          </a:solidFill>
          <a:ln w="12700">
            <a:solidFill>
              <a:srgbClr val="00B894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051560"/>
            <a:ext cx="1847088" cy="54864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0368" y="1143000"/>
            <a:ext cx="548640" cy="548640"/>
          </a:xfrm>
          <a:prstGeom prst="rect">
            <a:avLst/>
          </a:prstGeom>
          <a:solidFill>
            <a:srgbClr val="00B894">
              <a:alpha val="88000"/>
            </a:srgbClr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OK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4663440" y="17190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Cliente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aprueba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66944" y="2569464"/>
            <a:ext cx="201168" cy="201168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2798064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00B894">
              <a:alpha val="22000"/>
            </a:srgbClr>
          </a:solidFill>
          <a:ln w="12700">
            <a:solidFill>
              <a:srgbClr val="00B894">
                <a:alpha val="4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7980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894"/>
                </a:solidFill>
              </a:rPr>
              <a:t>variable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565392" y="1051560"/>
            <a:ext cx="1847088" cy="1463040"/>
          </a:xfrm>
          <a:prstGeom prst="rect">
            <a:avLst/>
          </a:prstGeom>
          <a:solidFill>
            <a:srgbClr val="10152B"/>
          </a:solidFill>
          <a:ln w="12700">
            <a:solidFill>
              <a:srgbClr val="7C4DFF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65392" y="1051560"/>
            <a:ext cx="1847088" cy="5486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23760" y="1143000"/>
            <a:ext cx="548640" cy="548640"/>
          </a:xfrm>
          <a:prstGeom prst="rect">
            <a:avLst/>
          </a:prstGeom>
          <a:solidFill>
            <a:srgbClr val="7C4DFF">
              <a:alpha val="88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UP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6656832" y="17190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Subes 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Netlify / cPanel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260336" y="2569464"/>
            <a:ext cx="201168" cy="201168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21424" y="2798064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7C4DFF">
              <a:alpha val="22000"/>
            </a:srgbClr>
          </a:solidFill>
          <a:ln w="12700">
            <a:solidFill>
              <a:srgbClr val="7C4DFF">
                <a:alpha val="4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21424" y="27980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4DFF"/>
                </a:solidFill>
              </a:rPr>
              <a:t>2 min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246120"/>
            <a:ext cx="8412480" cy="960120"/>
          </a:xfrm>
          <a:prstGeom prst="rect">
            <a:avLst/>
          </a:prstGeom>
          <a:solidFill>
            <a:srgbClr val="3D5AFE">
              <a:alpha val="14000"/>
            </a:srgbClr>
          </a:solidFill>
          <a:ln w="12700">
            <a:solidFill>
              <a:srgbClr val="3D5AFE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246120"/>
            <a:ext cx="64008" cy="9601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2918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C8E0"/>
                </a:solidFill>
              </a:rPr>
              <a:t>RESULTADO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El cliente tiene su sitio web nuevo en linea. Dominio conectado. Rediseno aprobado.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8640" y="39044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B0"/>
                </a:solidFill>
              </a:rPr>
              <a:t>Tiempo total de trabajo real: 15 a 30 minutos.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0" y="49194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6D88"/>
                </a:solidFill>
              </a:rPr>
              <a:t>PROSPERA.AI  ·  Agente Web v3.0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0"/>
            <a:ext cx="2651760" cy="5143500"/>
          </a:xfrm>
          <a:prstGeom prst="rect">
            <a:avLst/>
          </a:prstGeom>
          <a:solidFill>
            <a:srgbClr val="10152B"/>
          </a:solidFill>
          <a:ln w="12700">
            <a:solidFill>
              <a:srgbClr val="10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00C8E0">
              <a:alpha val="72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64008" cy="25603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2296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Dudas?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144475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Recuerda que siempre puedes: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5486400" cy="548640"/>
          </a:xfrm>
          <a:prstGeom prst="rect">
            <a:avLst/>
          </a:prstGeom>
          <a:solidFill>
            <a:srgbClr val="10152B"/>
          </a:solidFill>
          <a:ln w="12700">
            <a:solidFill>
              <a:srgbClr val="101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74520"/>
            <a:ext cx="64008" cy="5486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745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Preguntarle al Agente Web de PROSPERA.AI en el proyecto de Claude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532888"/>
            <a:ext cx="5486400" cy="548640"/>
          </a:xfrm>
          <a:prstGeom prst="rect">
            <a:avLst/>
          </a:prstGeom>
          <a:solidFill>
            <a:srgbClr val="10152B"/>
          </a:solidFill>
          <a:ln w="12700">
            <a:solidFill>
              <a:srgbClr val="1015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532888"/>
            <a:ext cx="64008" cy="548640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53288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Leer el archivo AGENTE_WEB_PROMPT_MAESTRO.md que tienes guardado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191256"/>
            <a:ext cx="5486400" cy="548640"/>
          </a:xfrm>
          <a:prstGeom prst="rect">
            <a:avLst/>
          </a:prstGeom>
          <a:solidFill>
            <a:srgbClr val="10152B"/>
          </a:solidFill>
          <a:ln w="12700">
            <a:solidFill>
              <a:srgbClr val="1015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191256"/>
            <a:ext cx="64008" cy="5486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19125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Ver tutoriales de Netlify en YouTube: busca 'Netlify deploy HTML'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849624"/>
            <a:ext cx="5486400" cy="548640"/>
          </a:xfrm>
          <a:prstGeom prst="rect">
            <a:avLst/>
          </a:prstGeom>
          <a:solidFill>
            <a:srgbClr val="10152B"/>
          </a:solidFill>
          <a:ln w="12700">
            <a:solidFill>
              <a:srgbClr val="1015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849624"/>
            <a:ext cx="64008" cy="54864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84962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El soporte de NIC.cl y Netlify responde en menos de 1 hora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83680" y="1097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8E0"/>
                </a:solidFill>
              </a:rPr>
              <a:t>15 min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583680" y="1719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</a:rPr>
              <a:t>del diseno 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</a:rPr>
              <a:t>sitio en linea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2395728"/>
            <a:ext cx="2194560" cy="18288"/>
          </a:xfrm>
          <a:prstGeom prst="rect">
            <a:avLst/>
          </a:prstGeom>
          <a:solidFill>
            <a:srgbClr val="3D5AFE">
              <a:alpha val="55000"/>
            </a:srgbClr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C8E0"/>
                </a:solidFill>
              </a:rPr>
              <a:t>CHECKLIST RAPIDO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29400" y="2834640"/>
            <a:ext cx="256032" cy="256032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834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</a:rPr>
              <a:t>✓</a:t>
            </a:r>
            <a:endParaRPr lang="en-US" sz="560" dirty="0"/>
          </a:p>
        </p:txBody>
      </p:sp>
      <p:sp>
        <p:nvSpPr>
          <p:cNvPr id="25" name="Text 23"/>
          <p:cNvSpPr/>
          <p:nvPr/>
        </p:nvSpPr>
        <p:spPr>
          <a:xfrm>
            <a:off x="6995160" y="2834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B0"/>
                </a:solidFill>
              </a:rPr>
              <a:t>Dominio registrado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3182112"/>
            <a:ext cx="256032" cy="256032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31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</a:rPr>
              <a:t>✓</a:t>
            </a:r>
            <a:endParaRPr lang="en-US" sz="560" dirty="0"/>
          </a:p>
        </p:txBody>
      </p:sp>
      <p:sp>
        <p:nvSpPr>
          <p:cNvPr id="28" name="Text 26"/>
          <p:cNvSpPr/>
          <p:nvPr/>
        </p:nvSpPr>
        <p:spPr>
          <a:xfrm>
            <a:off x="6995160" y="31821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B0"/>
                </a:solidFill>
              </a:rPr>
              <a:t>HTML subido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29400" y="3529584"/>
            <a:ext cx="256032" cy="256032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</a:rPr>
              <a:t>✓</a:t>
            </a:r>
            <a:endParaRPr lang="en-US" sz="560" dirty="0"/>
          </a:p>
        </p:txBody>
      </p:sp>
      <p:sp>
        <p:nvSpPr>
          <p:cNvPr id="31" name="Text 29"/>
          <p:cNvSpPr/>
          <p:nvPr/>
        </p:nvSpPr>
        <p:spPr>
          <a:xfrm>
            <a:off x="6995160" y="35295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B0"/>
                </a:solidFill>
              </a:rPr>
              <a:t>DNS conectado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29400" y="3877056"/>
            <a:ext cx="256032" cy="256032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3877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</a:rPr>
              <a:t>✓</a:t>
            </a:r>
            <a:endParaRPr lang="en-US" sz="560" dirty="0"/>
          </a:p>
        </p:txBody>
      </p:sp>
      <p:sp>
        <p:nvSpPr>
          <p:cNvPr id="34" name="Text 32"/>
          <p:cNvSpPr/>
          <p:nvPr/>
        </p:nvSpPr>
        <p:spPr>
          <a:xfrm>
            <a:off x="6995160" y="3877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B0"/>
                </a:solidFill>
              </a:rPr>
              <a:t>Sitio verificado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0" y="49194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892B0"/>
                </a:solidFill>
              </a:rPr>
              <a:t>PROSPERA.AI  ·  Guia de Publicacion Web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publicar tu sitio web — PROSPERA.AI</dc:title>
  <dc:subject>PptxGenJS Presentation</dc:subject>
  <dc:creator>PptxGenJS</dc:creator>
  <cp:lastModifiedBy>PptxGenJS</cp:lastModifiedBy>
  <cp:revision>1</cp:revision>
  <dcterms:created xsi:type="dcterms:W3CDTF">2026-06-09T16:38:04Z</dcterms:created>
  <dcterms:modified xsi:type="dcterms:W3CDTF">2026-06-09T16:38:04Z</dcterms:modified>
</cp:coreProperties>
</file>